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365760"/>
            <a:ext cx="2286000" cy="22860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7373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Médicale Intégrée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32004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— Présentation Synthétique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20040" y="4160520"/>
            <a:ext cx="2560320" cy="91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septembre 2025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4297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Interne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DU PROJET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écosystème de santé numérique sécurisé qui connecte les acteurs clés de la santé, accélère le diagnostic et personnalise les soins grâce à l'intelligence artificielle.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1993392" cy="2743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74520"/>
            <a:ext cx="1993392" cy="5029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1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745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50592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simplifié aux données, pré-diagnostic fiable, communication médecin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50592" y="1874520"/>
            <a:ext cx="1993392" cy="2743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1874520"/>
            <a:ext cx="1993392" cy="5029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1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8745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42032" y="2450592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IA d'aide à la décision, optimisation du diagnostic, suivi patient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874520"/>
            <a:ext cx="1993392" cy="2743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874520"/>
            <a:ext cx="1993392" cy="5029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1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8745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Hôpitaux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18304" y="2450592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centralisée, workflows améliorés, sécurité renforcée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03136" y="1874520"/>
            <a:ext cx="1993392" cy="2743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1874520"/>
            <a:ext cx="1993392" cy="50292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1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87452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Chercheurs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94576" y="2450592"/>
            <a:ext cx="181051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un entrepôt de données anonymisées dans un cadre éthique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 &amp; RÔLES (RBAC)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01168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77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011680"/>
            <a:ext cx="1920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son propre dossier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 données personnelles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avec l'assistant 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avec le médecin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23160" y="777240"/>
            <a:ext cx="2011680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23160" y="777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4630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68880" y="2011680"/>
            <a:ext cx="1920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dossiers patients (consentement)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des modèles 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rapports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avec les patients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17720" y="777240"/>
            <a:ext cx="20116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17720" y="777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Hôpital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4630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2011680"/>
            <a:ext cx="1920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comptes médecins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des flux de données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réglementaire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12280" y="777240"/>
            <a:ext cx="201168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812280" y="7772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Chercheur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4630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2011680"/>
            <a:ext cx="19202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données anonymisées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de requête et d'analyse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éthique strict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 GESTION DES DONNÉES DE SANTÉ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651760" cy="54864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Importation Sécurisée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5176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Imagerie médicale (DICOM)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de labo (PDF, HL7)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rendus cliniques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génomiques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65176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777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 Explicite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5176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08760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Consentement clair &amp; révocable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 pour chaque partage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médecin ou recherche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des accords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26517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777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Anonymisation Auto.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651760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508760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données PII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Pseudonymisation des identifiants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 &amp; HIPAA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d'anonymisation robuste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données sont chiffrées au repos et en transit — conformité réglementaire garantie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D'INTELLIGENCE ARTIFICIELLE DIAGNOSTIQUE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2296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8229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de modèles IA pré-entraînés et validés cliniquement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" y="1920240"/>
            <a:ext cx="20116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1208" y="1920240"/>
            <a:ext cx="8321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d'Images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91840" y="19202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Radios, IRM, scanners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fractures, tumeurs, anomalies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2926080"/>
            <a:ext cx="201168" cy="7772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208" y="2926080"/>
            <a:ext cx="8321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9260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Prédictifs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291840" y="29260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cliniques structurées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risque cardiovasculaire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3931920"/>
            <a:ext cx="201168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1208" y="3931920"/>
            <a:ext cx="8321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9319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Bio.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91840" y="39319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biologiques et génomiques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 pathologies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4892040"/>
            <a:ext cx="8503920" cy="91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: Médecin → Sélection modèle → Soumission données → Analyse quasi-réelle → Rapport pré-validé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LLM — DIAGNOSTIC &amp; SUIVI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749808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749808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de l'interaction patient-plateforme — interface conversationnelle intelligente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" y="1664208"/>
            <a:ext cx="8503920" cy="914400"/>
          </a:xfrm>
          <a:prstGeom prst="rect">
            <a:avLst/>
          </a:prstGeom>
          <a:solidFill>
            <a:srgbClr val="F0F9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664208"/>
            <a:ext cx="16459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7099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Rapports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2103120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analyse IA, rédaction d'un pré-rapport en langage clair. Validation obligatoire par le médecin traitant avant tout traitement.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" y="2761488"/>
            <a:ext cx="8503920" cy="914400"/>
          </a:xfrm>
          <a:prstGeom prst="rect">
            <a:avLst/>
          </a:prstGeom>
          <a:solidFill>
            <a:srgbClr val="F0F9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761488"/>
            <a:ext cx="164592" cy="9144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8072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Intelligente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3200400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d'informations complémentaires via chatbot sécurisé. Suggestions d'examens additionnels transmissibles au médecin.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" y="3858768"/>
            <a:ext cx="8503920" cy="914400"/>
          </a:xfrm>
          <a:prstGeom prst="rect">
            <a:avLst/>
          </a:prstGeom>
          <a:solidFill>
            <a:srgbClr val="F0F9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3858768"/>
            <a:ext cx="164592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39044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Thérapeutiques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4297680"/>
            <a:ext cx="8092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de traitements standard basées sur le diagnostic validé. Vérification des contre-indications et allergies. Toujours sous supervision médicale.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CONFORMITÉ RÉGLEMENTAIRE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606040" cy="41148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9601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645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de bout en bout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42316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chiffrées au repos et en transit. Aucune donnée non protégée sur les serveurs ou réseaux.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37560" y="777240"/>
            <a:ext cx="2606040" cy="41148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96012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1645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Réglementaire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520440" y="242316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alignée RGPD (Europe) et HIPAA (États-Unis). Adaptable aux réglementations locales.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17920" y="777240"/>
            <a:ext cx="2606040" cy="4114800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96012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55080" y="164592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Traçabilité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00800" y="242316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complète de chaque accès, modification ou partage de donnée. Traçabilité garantie.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FIABILITÉ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920240" cy="3108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192024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24h/24 · 7j/7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777240"/>
            <a:ext cx="1920240" cy="3108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777240"/>
            <a:ext cx="1920240" cy="7315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1887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14600" y="2560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réponse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IA &amp; LLM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1920240" cy="3108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777240"/>
            <a:ext cx="192024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887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2560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distincts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gérés par RBAC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777240"/>
            <a:ext cx="1920240" cy="310896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777240"/>
            <a:ext cx="19202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18872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812280" y="256032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chiffrées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114800"/>
            <a:ext cx="502920" cy="5029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5840" y="4114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haute disponibilité — aucune interruption du workflow médical tolérée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— ARCHITECTURE FONCTIONNELLE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1828800" cy="2194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2296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RBAC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192024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822960"/>
            <a:ext cx="1828800" cy="21945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82296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Santé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822960"/>
            <a:ext cx="1828800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82296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192024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822960"/>
            <a:ext cx="1828800" cy="2194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82296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2461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Transverses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703320"/>
            <a:ext cx="1828800" cy="1143000"/>
          </a:xfrm>
          <a:prstGeom prst="rect">
            <a:avLst/>
          </a:prstGeom>
          <a:solidFill>
            <a:srgbClr val="DC2626">
              <a:alpha val="9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033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Chiffrement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3703320"/>
            <a:ext cx="1828800" cy="1143000"/>
          </a:xfrm>
          <a:prstGeom prst="rect">
            <a:avLst/>
          </a:prstGeom>
          <a:solidFill>
            <a:srgbClr val="D97706">
              <a:alpha val="9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7033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 / HIPAA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703320"/>
            <a:ext cx="1828800" cy="1143000"/>
          </a:xfrm>
          <a:prstGeom prst="rect">
            <a:avLst/>
          </a:prstGeom>
          <a:solidFill>
            <a:srgbClr val="059669">
              <a:alpha val="90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7033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Traçabilité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3703320"/>
            <a:ext cx="1828800" cy="1143000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370332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Disponibilité 99.9%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3200400" cy="32004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médicale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nouvelle génération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modules fonctionnels intégrés : Utilisateurs, Données, IA, LLM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 bout en bout &amp; conformité RGPD / HIPAA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99.9% — Temps de réponse quasi-réel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A5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comme assistant, le médecin comme décideur final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Médicale Intégrée — CDC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Plateforme Médicale Intégrée — Cahier des Charges</dc:title>
  <dc:subject>PptxGenJS Presentation</dc:subject>
  <dc:creator>PptxGenJS</dc:creator>
  <cp:lastModifiedBy>PptxGenJS</cp:lastModifiedBy>
  <cp:revision>1</cp:revision>
  <dcterms:created xsi:type="dcterms:W3CDTF">2026-05-12T07:43:09Z</dcterms:created>
  <dcterms:modified xsi:type="dcterms:W3CDTF">2026-05-12T07:43:09Z</dcterms:modified>
</cp:coreProperties>
</file>